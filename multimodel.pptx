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8A6A-60AD-4B5D-B4E5-3F32A2566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5CC79-AF44-652E-19AC-C99383CA1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C1AD-558E-4C67-1F9F-164E3F2D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22CF4-ED69-E834-E0EA-F7EBAE56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73CD-5DAD-0B33-C920-8FBDD950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32822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B290-A993-D04B-AF54-867F0986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5E8FB-E61A-13B3-3AFC-7D488CBDF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CE04-8568-D276-C392-F938A0BF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0A153-3E48-FB4B-F37A-3F479AB8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B9369-2949-A4F2-A209-11499189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22334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253D-A1E9-AA71-004F-92D9BEFC7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A7FDD-57C9-565A-75CF-F3384BD19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B1994-1654-9258-5E94-52DEC2255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1C6ED-C421-3C45-3AC9-FB9BE955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7AC7-888F-C1F8-E988-11E6C61A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91945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6F17-D69D-6044-0094-7143F9B4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B1F5-8626-485A-4860-B35BA0AEF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1911F-A92E-C2BB-DF90-A93313789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74ABA-874D-7623-F3E9-45873A9D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DF8E9-77A8-BF7B-E0AC-62F71CA0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DF59C-7C80-85FC-A924-0CEE16C3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57779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27F6-9437-449C-026B-098C52A1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59702-1B1B-7610-CBC2-7892B8073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EBBA6-8AC4-C72C-1326-6519890EE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BA86E-E7AF-150B-844F-D45C33E5D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2E5510-330C-9F79-17FD-7A31D1716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09BB1-1926-DD95-DD91-AEB05250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C10DC3-707C-3469-450D-99D8341B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0AD43-85DC-CE7B-C169-CFE8E965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61143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06C1-AED5-F797-3032-5401C5C3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628D9-7957-BB22-7D87-1CF25E10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9935D-234F-43A1-66C1-31EBE59C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56FDE-C7F8-E3CC-23AB-C7A25A8D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43354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E24FA-88C1-2883-2E63-7A65AFF7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CA354-259D-001B-33CE-127E510D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76865-1338-DC82-61DD-022E677C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55265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DBFC-CD0B-BF50-B2E2-B5455E7EC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DE94-A7A3-EF85-3BB5-0F8CE3FBC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F1BFD-7A9F-A573-702F-DD3115B08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12253-3754-625D-E866-B59B6242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38CF1-F038-0DB4-EE45-4F884614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5AEB9-A142-00BC-5B91-D40D15F8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48892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FF34-93B4-C875-B9ED-D96BC6DD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746E6-0376-46BD-6EBC-D992ECC84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02E69-7329-A898-9002-1B1CAAD97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A6CA5-4B47-FEEC-4FC9-A1CEFE21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3C614-A5FD-751D-3301-3BD20B25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87402-9573-B368-F6AD-2987860B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93209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1729-DFFD-7D2A-A8F6-CD224F24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70DB5-F8D9-4725-7DAF-B91870AE4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5EE89-B350-5D43-7A00-72313A84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3101-22C4-46C6-D3D8-BE6A9365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A682-E8B4-1187-C362-7642F936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378350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E69AE-91CA-251A-48E3-94BAC56E3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A47DD-17F2-E5BC-6AFA-E0F64FC90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67286-CFC9-1551-087B-21091DFC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1D83-EBE4-B645-4273-91EBBA6F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6BC59-C749-B88A-D6FD-C24D38C5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209770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FE5B7-CF15-D3F4-2E52-E33055CCB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DE73F-EE00-A33B-32F0-8C12B8E9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B11B0-6416-0C66-9228-8CF627CC7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4168E-0D64-6848-B88A-8B5F119C4C57}" type="datetimeFigureOut">
              <a:rPr lang="en-MN" smtClean="0"/>
              <a:t>2026.01.22</a:t>
            </a:fld>
            <a:endParaRPr lang="en-M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C7BD-57CF-8D8F-E8EC-A832DF59F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4CF81-833F-771A-BF5E-9635415F9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B2155-31AA-2E4D-9CFE-02BE085A6DFE}" type="slidenum">
              <a:rPr lang="en-MN" smtClean="0"/>
              <a:t>‹#›</a:t>
            </a:fld>
            <a:endParaRPr lang="en-MN"/>
          </a:p>
        </p:txBody>
      </p:sp>
    </p:spTree>
    <p:extLst>
      <p:ext uri="{BB962C8B-B14F-4D97-AF65-F5344CB8AC3E}">
        <p14:creationId xmlns:p14="http://schemas.microsoft.com/office/powerpoint/2010/main" val="109542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800E98-F477-4DD8-7571-13C5BF01C212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multi agent ai</a:t>
            </a:r>
            <a:endParaRPr lang="en-MN" dirty="0"/>
          </a:p>
        </p:txBody>
      </p:sp>
      <p:pic>
        <p:nvPicPr>
          <p:cNvPr id="8" name="Picture 7" descr="A screenshot of a chat&#10;&#10;AI-generated content may be incorrect.">
            <a:extLst>
              <a:ext uri="{FF2B5EF4-FFF2-40B4-BE49-F238E27FC236}">
                <a16:creationId xmlns:a16="http://schemas.microsoft.com/office/drawing/2014/main" id="{D012340A-6836-A46C-F38C-89681D6C9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3" y="777736"/>
            <a:ext cx="7772400" cy="589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2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D4F31-7C89-68F2-4100-3EEAEB76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36EE1B-BD09-EC6A-7308-92FA0D932296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MN" dirty="0"/>
              <a:t>odels comparison</a:t>
            </a:r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45D0E59F-057A-2FE2-DA47-23586436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429" y="904322"/>
            <a:ext cx="6718888" cy="45167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92BBA2-A084-ADC3-1AF5-141F55DB01DB}"/>
              </a:ext>
            </a:extLst>
          </p:cNvPr>
          <p:cNvSpPr txBox="1"/>
          <p:nvPr/>
        </p:nvSpPr>
        <p:spPr>
          <a:xfrm>
            <a:off x="885371" y="5953678"/>
            <a:ext cx="3314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Multiple.chat</a:t>
            </a:r>
            <a:endParaRPr lang="en-MN" dirty="0"/>
          </a:p>
        </p:txBody>
      </p:sp>
    </p:spTree>
    <p:extLst>
      <p:ext uri="{BB962C8B-B14F-4D97-AF65-F5344CB8AC3E}">
        <p14:creationId xmlns:p14="http://schemas.microsoft.com/office/powerpoint/2010/main" val="1368242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85E16-6940-0EB7-15E6-A8794329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598DA711-2548-AB7D-7DE5-2331F67B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2" y="764721"/>
            <a:ext cx="4731657" cy="5783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2A9D4-26CF-C31F-3243-809C8C3E9C93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N" dirty="0"/>
              <a:t>Image generation</a:t>
            </a:r>
          </a:p>
        </p:txBody>
      </p:sp>
    </p:spTree>
    <p:extLst>
      <p:ext uri="{BB962C8B-B14F-4D97-AF65-F5344CB8AC3E}">
        <p14:creationId xmlns:p14="http://schemas.microsoft.com/office/powerpoint/2010/main" val="216879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76F4-328E-94BF-29DF-D7A9CCF2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B231BF-64D7-C0C5-63B7-B852047637EC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Model options</a:t>
            </a:r>
            <a:endParaRPr lang="en-M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09EB1-9696-BE47-4DE3-E77DF44F9EED}"/>
              </a:ext>
            </a:extLst>
          </p:cNvPr>
          <p:cNvSpPr txBox="1"/>
          <p:nvPr/>
        </p:nvSpPr>
        <p:spPr>
          <a:xfrm>
            <a:off x="885371" y="5953678"/>
            <a:ext cx="3314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Typingmind.com</a:t>
            </a:r>
            <a:endParaRPr lang="en-M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5C27E7-33BC-4892-44F1-0C8E3EDC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3" y="1013278"/>
            <a:ext cx="3445328" cy="456417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722B9C-641F-61CA-D241-EA776F356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731" y="1013278"/>
            <a:ext cx="5765270" cy="456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F0E7-7668-17E5-28D3-5CF84A66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01BE8C-A325-9B03-C3EF-ECADA9877F41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Daily life tools</a:t>
            </a:r>
            <a:endParaRPr lang="en-MN" dirty="0"/>
          </a:p>
        </p:txBody>
      </p:sp>
      <p:pic>
        <p:nvPicPr>
          <p:cNvPr id="3" name="Picture 2" descr="A map of cities with many colored circles&#10;&#10;AI-generated content may be incorrect.">
            <a:extLst>
              <a:ext uri="{FF2B5EF4-FFF2-40B4-BE49-F238E27FC236}">
                <a16:creationId xmlns:a16="http://schemas.microsoft.com/office/drawing/2014/main" id="{A4CD012E-BBFA-B515-70E6-083598DCB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3" y="2234808"/>
            <a:ext cx="10914301" cy="4144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F112EC-FFA0-CC12-4E78-F0D8B0BA5B60}"/>
              </a:ext>
            </a:extLst>
          </p:cNvPr>
          <p:cNvSpPr txBox="1"/>
          <p:nvPr/>
        </p:nvSpPr>
        <p:spPr>
          <a:xfrm>
            <a:off x="754743" y="1023257"/>
            <a:ext cx="8824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Air quality</a:t>
            </a:r>
            <a:endParaRPr lang="en-US" dirty="0"/>
          </a:p>
          <a:p>
            <a:r>
              <a:rPr lang="en-US" dirty="0"/>
              <a:t>Show AQI, PM2.5, forecast trend, and simple advice.</a:t>
            </a:r>
          </a:p>
          <a:p>
            <a:r>
              <a:rPr lang="en-US" dirty="0">
                <a:highlight>
                  <a:srgbClr val="FFFF00"/>
                </a:highlight>
              </a:rPr>
              <a:t>https://</a:t>
            </a:r>
            <a:r>
              <a:rPr lang="en-US" dirty="0" err="1">
                <a:highlight>
                  <a:srgbClr val="FFFF00"/>
                </a:highlight>
              </a:rPr>
              <a:t>www.iqair.com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mongolia</a:t>
            </a:r>
            <a:r>
              <a:rPr lang="en-US" dirty="0">
                <a:highlight>
                  <a:srgbClr val="FFFF00"/>
                </a:highlight>
              </a:rPr>
              <a:t>/</a:t>
            </a:r>
            <a:r>
              <a:rPr lang="en-US" dirty="0" err="1">
                <a:highlight>
                  <a:srgbClr val="FFFF00"/>
                </a:highlight>
              </a:rPr>
              <a:t>ulaanbaatar</a:t>
            </a:r>
            <a:endParaRPr lang="en-M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087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10DF-2178-603C-2FDC-2D4BB38B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CF3BE4-2226-69A4-CF45-9B5CF4169786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Daily life tools</a:t>
            </a:r>
            <a:endParaRPr lang="en-M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B67E1-AB91-AF7E-3062-489A21FFDF82}"/>
              </a:ext>
            </a:extLst>
          </p:cNvPr>
          <p:cNvSpPr txBox="1"/>
          <p:nvPr/>
        </p:nvSpPr>
        <p:spPr>
          <a:xfrm>
            <a:off x="754743" y="1023257"/>
            <a:ext cx="9945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Weather</a:t>
            </a:r>
            <a:endParaRPr lang="en-US" dirty="0"/>
          </a:p>
          <a:p>
            <a:r>
              <a:rPr lang="en-US" dirty="0"/>
              <a:t>Hyper-local UB districts if possible.</a:t>
            </a:r>
          </a:p>
          <a:p>
            <a:r>
              <a:rPr lang="en-US" dirty="0"/>
              <a:t>“What to wear” summary (wind + temp matters a lot in UB).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https://</a:t>
            </a:r>
            <a:r>
              <a:rPr lang="en-US" dirty="0" err="1">
                <a:highlight>
                  <a:srgbClr val="FFFF00"/>
                </a:highlight>
              </a:rPr>
              <a:t>weather.gov.mn</a:t>
            </a:r>
            <a:r>
              <a:rPr lang="en-US" dirty="0">
                <a:highlight>
                  <a:srgbClr val="FFFF00"/>
                </a:highlight>
              </a:rPr>
              <a:t>/map</a:t>
            </a:r>
          </a:p>
          <a:p>
            <a:endParaRPr lang="en-MN" dirty="0"/>
          </a:p>
        </p:txBody>
      </p:sp>
      <p:pic>
        <p:nvPicPr>
          <p:cNvPr id="8" name="Picture 7" descr="A screenshot of a map&#10;&#10;AI-generated content may be incorrect.">
            <a:extLst>
              <a:ext uri="{FF2B5EF4-FFF2-40B4-BE49-F238E27FC236}">
                <a16:creationId xmlns:a16="http://schemas.microsoft.com/office/drawing/2014/main" id="{494CAB82-1532-B162-D0D1-48CFB728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43" y="2223586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6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4BA5A-0BEE-660C-3AAF-DEF34F75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10BD2A-D896-FC73-8946-AD4074C1BAA4}"/>
              </a:ext>
            </a:extLst>
          </p:cNvPr>
          <p:cNvSpPr txBox="1"/>
          <p:nvPr/>
        </p:nvSpPr>
        <p:spPr>
          <a:xfrm>
            <a:off x="754743" y="188686"/>
            <a:ext cx="331470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Daily life tools</a:t>
            </a:r>
            <a:endParaRPr lang="en-M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3722D-A106-F65F-3C1B-C962237DC3B0}"/>
              </a:ext>
            </a:extLst>
          </p:cNvPr>
          <p:cNvSpPr txBox="1"/>
          <p:nvPr/>
        </p:nvSpPr>
        <p:spPr>
          <a:xfrm>
            <a:off x="754742" y="1023257"/>
            <a:ext cx="92927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Transit</a:t>
            </a:r>
            <a:endParaRPr lang="en-US" dirty="0"/>
          </a:p>
          <a:p>
            <a:r>
              <a:rPr lang="en-US" dirty="0"/>
              <a:t>Bus routes, ETAs, fare info.</a:t>
            </a:r>
          </a:p>
          <a:p>
            <a:r>
              <a:rPr lang="en-US" dirty="0"/>
              <a:t>“Get me from A to B” with walking + bus options.</a:t>
            </a:r>
          </a:p>
          <a:p>
            <a:r>
              <a:rPr lang="en-US" dirty="0"/>
              <a:t>“How crowded” would be insane if data exists (probably not).</a:t>
            </a:r>
          </a:p>
          <a:p>
            <a:r>
              <a:rPr lang="en-US" b="1" dirty="0"/>
              <a:t>Exchange rates</a:t>
            </a:r>
            <a:endParaRPr lang="en-US" dirty="0"/>
          </a:p>
          <a:p>
            <a:r>
              <a:rPr lang="en-US" dirty="0"/>
              <a:t>₮ ↔ USD/CNY/RUB/KRW/JPY, banks vs market, daily change.</a:t>
            </a:r>
          </a:p>
          <a:p>
            <a:r>
              <a:rPr lang="en-US" dirty="0"/>
              <a:t>“I’m traveling, how much should I exchange” quick calculator.</a:t>
            </a:r>
          </a:p>
          <a:p>
            <a:r>
              <a:rPr lang="en-US" b="1" dirty="0"/>
              <a:t>Government forms assistant (massive retention)</a:t>
            </a:r>
          </a:p>
          <a:p>
            <a:r>
              <a:rPr lang="en-US" dirty="0"/>
              <a:t>“Which form do I need?”</a:t>
            </a:r>
          </a:p>
          <a:p>
            <a:r>
              <a:rPr lang="en-US" dirty="0"/>
              <a:t>“Fill this form with me” step-by-step</a:t>
            </a:r>
          </a:p>
          <a:p>
            <a:r>
              <a:rPr lang="en-US" dirty="0"/>
              <a:t>Validate common mistakes (dates, registry number formats)</a:t>
            </a:r>
          </a:p>
          <a:p>
            <a:r>
              <a:rPr lang="en-US" dirty="0"/>
              <a:t>Generate printable doc drafts</a:t>
            </a:r>
          </a:p>
          <a:p>
            <a:endParaRPr lang="en-MN" dirty="0"/>
          </a:p>
        </p:txBody>
      </p:sp>
    </p:spTree>
    <p:extLst>
      <p:ext uri="{BB962C8B-B14F-4D97-AF65-F5344CB8AC3E}">
        <p14:creationId xmlns:p14="http://schemas.microsoft.com/office/powerpoint/2010/main" val="255890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190</Words>
  <Application>Microsoft Macintosh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オリシフ ［ＤＤＡＭ］ Orshikhbayar Bayarkhuu</dc:creator>
  <cp:lastModifiedBy>オリシフ ［ＤＤＡＭ］ Orshikhbayar Bayarkhuu</cp:lastModifiedBy>
  <cp:revision>1</cp:revision>
  <dcterms:created xsi:type="dcterms:W3CDTF">2026-01-22T02:45:38Z</dcterms:created>
  <dcterms:modified xsi:type="dcterms:W3CDTF">2026-01-22T10:00:32Z</dcterms:modified>
</cp:coreProperties>
</file>